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/Relationship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latin typeface="Liberation Sans"/>
              </a:rPr>
              <a:t>Kagaz Slide 1</a:t>
            </a:r>
          </a:p>
          <a:p>
            <a:r>
              <a:rPr sz="1800"/>
              <a:t>Meaningful presentation content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latin typeface="Liberation Sans"/>
              </a:rPr>
              <a:t>Kagaz Slide 2</a:t>
            </a:r>
          </a:p>
          <a:p>
            <a:r>
              <a:rPr sz="1800"/>
              <a:t>Meaningful presentation content on slide 2.</a:t>
            </a:r>
          </a:p>
        </p:txBody>
      </p:sp>
      <p:pic>
        <p:nvPicPr>
          <p:cNvPr id="3" name="Picture 2" descr="english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21945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latin typeface="Liberation Sans"/>
              </a:rPr>
              <a:t>Kagaz Slide 3</a:t>
            </a:r>
          </a:p>
          <a:p>
            <a:r>
              <a:rPr sz="1800"/>
              <a:t>Meaningful presentation content on slide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