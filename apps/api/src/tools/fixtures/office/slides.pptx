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thumbnail" Target="docProps/thumbnail.jpeg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slideLayout" Target="../slideLayouts/slideLayout3.xml" /><ns0:Relationship Id="rId4" Type="http://schemas.openxmlformats.org/officeDocument/2006/relationships/slideLayout" Target="../slideLayouts/slideLayout4.xml" /><ns0:Relationship Id="rId5" Type="http://schemas.openxmlformats.org/officeDocument/2006/relationships/slideLayout" Target="../slideLayouts/slideLayout5.xml" /><ns0:Relationship Id="rId6" Type="http://schemas.openxmlformats.org/officeDocument/2006/relationships/slideLayout" Target="../slideLayouts/slideLayout6.xml" /><ns0:Relationship Id="rId7" Type="http://schemas.openxmlformats.org/officeDocument/2006/relationships/slideLayout" Target="../slideLayouts/slideLayout7.xml" /><ns0:Relationship Id="rId8" Type="http://schemas.openxmlformats.org/officeDocument/2006/relationships/slideLayout" Target="../slideLayouts/slideLayout8.xml" /><ns0:Relationship Id="rId9" Type="http://schemas.openxmlformats.org/officeDocument/2006/relationships/slideLayout" Target="../slideLayouts/slideLayout9.xml" /><ns0:Relationship Id="rId10" Type="http://schemas.openxmlformats.org/officeDocument/2006/relationships/slideLayout" Target="../slideLayouts/slideLayout10.xml" /><ns0:Relationship Id="rId11" Type="http://schemas.openxmlformats.org/officeDocument/2006/relationships/slideLayout" Target="../slideLayouts/slideLayout11.xml" /><ns0:Relationship Id="rId1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png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latin typeface="Liberation Sans"/>
              </a:rPr>
              <a:t>Kagaz Slide 1</a:t>
            </a:r>
          </a:p>
          <a:p>
            <a:r>
              <a:rPr sz="1800"/>
              <a:t>Meaningful presentation content on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latin typeface="Liberation Sans"/>
              </a:rPr>
              <a:t>Kagaz Slide 2</a:t>
            </a:r>
          </a:p>
          <a:p>
            <a:r>
              <a:rPr sz="1800"/>
              <a:t>Meaningful presentation content on slide 2.</a:t>
            </a:r>
          </a:p>
        </p:txBody>
      </p:sp>
      <p:pic>
        <p:nvPicPr>
          <p:cNvPr id="3" name="Picture 2" descr="english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1945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latin typeface="Liberation Sans"/>
              </a:rPr>
              <a:t>Kagaz Slide 3</a:t>
            </a:r>
          </a:p>
          <a:p>
            <a:r>
              <a:rPr sz="1800"/>
              <a:t>Meaningful presentation content on slide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